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9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71" r:id="rId17"/>
    <p:sldId id="272" r:id="rId18"/>
    <p:sldId id="273" r:id="rId19"/>
    <p:sldId id="274" r:id="rId20"/>
    <p:sldId id="269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9"/>
  </p:normalViewPr>
  <p:slideViewPr>
    <p:cSldViewPr snapToGrid="0" snapToObjects="1">
      <p:cViewPr varScale="1">
        <p:scale>
          <a:sx n="104" d="100"/>
          <a:sy n="104" d="100"/>
        </p:scale>
        <p:origin x="8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35C5BF-70B7-AC45-969B-A360B96ECF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760A65-0A22-A74B-97D6-6F98074C85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D84CA3-CFD4-A244-99DB-340EA71C4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95583-2C8A-024F-8D6C-B603D24CEE06}" type="datetimeFigureOut">
              <a:rPr kumimoji="1" lang="zh-CN" altLang="en-US" smtClean="0"/>
              <a:t>2025/11/10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BFF841-5108-1C4B-93E9-BC346523F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58BDC5-C11C-8140-AD7C-06FF25A1C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CDC86-42A5-EF4D-BE14-F573FEF034C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97041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7D1EEE-7806-A041-B1E9-627DC7680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030DCE-DAC0-1B4B-BA7A-0B26DD448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9DA061-F977-FB44-9C92-C617486A6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95583-2C8A-024F-8D6C-B603D24CEE06}" type="datetimeFigureOut">
              <a:rPr kumimoji="1" lang="zh-CN" altLang="en-US" smtClean="0"/>
              <a:t>2025/11/10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207D23-E696-9B4E-8B79-0CD6EE853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87E462-353C-0B40-8B72-0D1FA16EC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CDC86-42A5-EF4D-BE14-F573FEF034C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84178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1FB917-96D5-FA4F-B6F6-FDF852149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6186C1-D4C1-E640-8130-1B548E40C6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240B78-6F03-A643-AF13-7B43B416C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95583-2C8A-024F-8D6C-B603D24CEE06}" type="datetimeFigureOut">
              <a:rPr kumimoji="1" lang="zh-CN" altLang="en-US" smtClean="0"/>
              <a:t>2025/11/10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12282E-2F85-D149-AE4E-D218869B9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CC5F7C-06CB-9947-B207-E5B8071B9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CDC86-42A5-EF4D-BE14-F573FEF034C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80119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31AD3A-37DB-6240-BA45-6E37AD462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BC41AF-CE4F-7148-9ABD-FAA8D425B8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7FF669-E549-1746-A14D-C47D52BBB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FBA530-2BFF-CC41-AD2F-E3CE00AA7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95583-2C8A-024F-8D6C-B603D24CEE06}" type="datetimeFigureOut">
              <a:rPr kumimoji="1" lang="zh-CN" altLang="en-US" smtClean="0"/>
              <a:t>2025/11/10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B0258D-6A7C-2745-89D7-5DF1DC2C1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FAF5F4-D7C1-2C42-AC44-A0854B11D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CDC86-42A5-EF4D-BE14-F573FEF034C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10687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E88FCD-3A79-5B4A-A428-66AB8EA08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29576C-FF99-144B-8ABE-50DD4D6ED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EF122F1-DA59-A042-BE57-9F41A7D1A0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6218749-3407-8048-9050-10CA862BFA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891D7D9-B088-544E-913A-9AC05C16A2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7C2AB6-8DAD-6F47-9261-C528FA9F3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95583-2C8A-024F-8D6C-B603D24CEE06}" type="datetimeFigureOut">
              <a:rPr kumimoji="1" lang="zh-CN" altLang="en-US" smtClean="0"/>
              <a:t>2025/11/10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EFD85FA-DA49-D849-BBD0-BC7EA95B7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46DD429-B88F-5D46-BD1F-282AE4158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CDC86-42A5-EF4D-BE14-F573FEF034C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81529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B17C9D-2A5D-7041-8D3B-442DFCB6F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4AD6977-6F73-B24C-AF77-163568023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95583-2C8A-024F-8D6C-B603D24CEE06}" type="datetimeFigureOut">
              <a:rPr kumimoji="1" lang="zh-CN" altLang="en-US" smtClean="0"/>
              <a:t>2025/11/10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0550AAC-F3AC-CD4D-A170-257592F8A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7A49AA8-9322-694F-8569-04179079F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CDC86-42A5-EF4D-BE14-F573FEF034C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0172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EBBE812-92EF-6244-8444-6609A37E0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95583-2C8A-024F-8D6C-B603D24CEE06}" type="datetimeFigureOut">
              <a:rPr kumimoji="1" lang="zh-CN" altLang="en-US" smtClean="0"/>
              <a:t>2025/11/10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AF0A081-7841-3849-8306-6A0C6BE46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82C240-5085-FD4C-B152-F9E058042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CDC86-42A5-EF4D-BE14-F573FEF034C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07172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DECBC2-4DEE-604F-91D5-2038B46CC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287AEF-D2CB-124E-9092-1623E6595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E515FB3-ED58-1647-B703-E056248CE2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DA3E03-7C65-E749-874A-2EC4EEDD1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95583-2C8A-024F-8D6C-B603D24CEE06}" type="datetimeFigureOut">
              <a:rPr kumimoji="1" lang="zh-CN" altLang="en-US" smtClean="0"/>
              <a:t>2025/11/10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6C9F8A-73E9-4447-93AF-E2EFF80F7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761B21B-A00C-154A-B1AB-14A840209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CDC86-42A5-EF4D-BE14-F573FEF034C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98893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D796EB-46C2-CA42-AD61-AB8F78FD4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AF4AEEE-98CE-C743-A2A9-2D556687FB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01330D1-6ED3-BF4F-83F4-0C85F7D789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2E5371-A9DD-D745-9FFE-A3C710168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95583-2C8A-024F-8D6C-B603D24CEE06}" type="datetimeFigureOut">
              <a:rPr kumimoji="1" lang="zh-CN" altLang="en-US" smtClean="0"/>
              <a:t>2025/11/10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567B2AB-97AD-BF45-8B2B-754D30661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013356-6A9B-C741-83E0-93BF21923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CDC86-42A5-EF4D-BE14-F573FEF034C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98362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9B2701-C09C-8948-8E79-B382A89EA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25F62E-86E8-F34F-8BF2-8DF54185F2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C4D100-9A29-344E-90A8-F5395559F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95583-2C8A-024F-8D6C-B603D24CEE06}" type="datetimeFigureOut">
              <a:rPr kumimoji="1" lang="zh-CN" altLang="en-US" smtClean="0"/>
              <a:t>2025/11/10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BF02EF-5CF3-E64A-8085-D0776B676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D050B8-E47E-7844-9F1F-383D6E186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CDC86-42A5-EF4D-BE14-F573FEF034C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6468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B702DF9-BFB2-9344-A914-F74DA9ED63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D5554AF-A9A4-034E-9775-212A921234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CB3A4D-E7A2-DA49-B737-654ADE05C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95583-2C8A-024F-8D6C-B603D24CEE06}" type="datetimeFigureOut">
              <a:rPr kumimoji="1" lang="zh-CN" altLang="en-US" smtClean="0"/>
              <a:t>2025/11/10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F453B0-815A-254E-A6A8-B5D6F9E64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20E5FB-85AD-CB46-B22D-5455181CF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CDC86-42A5-EF4D-BE14-F573FEF034C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65610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6C7BBAB-B67F-E74D-8DAD-7A0DE3164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3BCEA6-87A0-FF4F-8187-2328C09F0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8BB78E-B4DE-2141-88F2-BAFD317DAD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995583-2C8A-024F-8D6C-B603D24CEE06}" type="datetimeFigureOut">
              <a:rPr kumimoji="1" lang="zh-CN" altLang="en-US" smtClean="0"/>
              <a:t>2025/11/10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C8C062-E5C6-AE4E-A475-15F37A67EC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D7B98C-E51D-3E4F-9663-F0B5C539D2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6CDC86-42A5-EF4D-BE14-F573FEF034C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91931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image" Target="../media/image59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image" Target="../media/image61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image" Target="../media/image63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F1605E-0148-814F-B9F6-0369D5E9FA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dirty="0"/>
              <a:t>工作汇报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2E5956F-503B-3843-A5C1-638CCDC663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CN" altLang="en-US" dirty="0"/>
              <a:t>汇报人：徐伟</a:t>
            </a:r>
            <a:r>
              <a:rPr kumimoji="1" lang="en-US" altLang="zh-CN" dirty="0"/>
              <a:t>	</a:t>
            </a:r>
            <a:r>
              <a:rPr kumimoji="1" lang="zh-CN" altLang="en-US" dirty="0"/>
              <a:t>汇报日期：</a:t>
            </a:r>
            <a:r>
              <a:rPr kumimoji="1" lang="en-US" altLang="zh-CN" dirty="0"/>
              <a:t>2025</a:t>
            </a:r>
            <a:r>
              <a:rPr kumimoji="1" lang="zh-CN" altLang="en-US" dirty="0"/>
              <a:t>年</a:t>
            </a:r>
            <a:r>
              <a:rPr kumimoji="1" lang="en-US" altLang="zh-CN" dirty="0"/>
              <a:t>11</a:t>
            </a:r>
            <a:r>
              <a:rPr kumimoji="1" lang="zh-CN" altLang="en-US" dirty="0"/>
              <a:t>月</a:t>
            </a:r>
            <a:r>
              <a:rPr kumimoji="1" lang="en-US" altLang="zh-CN" dirty="0"/>
              <a:t>10</a:t>
            </a:r>
            <a:r>
              <a:rPr kumimoji="1" lang="zh-CN" altLang="en-US" dirty="0"/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1421231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7CD965-2217-8346-AA8A-35D4BE1EA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4CEC06-88FA-5246-90C8-2CA02DF61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温度偏离</a:t>
            </a:r>
            <a:r>
              <a:rPr kumimoji="1" lang="en-US" altLang="zh-CN" dirty="0"/>
              <a:t>1k</a:t>
            </a:r>
            <a:r>
              <a:rPr kumimoji="1" lang="zh-CN" altLang="en-US" dirty="0"/>
              <a:t>反演</a:t>
            </a:r>
            <a:endParaRPr kumimoji="1" lang="en-US" altLang="zh-CN" dirty="0"/>
          </a:p>
          <a:p>
            <a:r>
              <a:rPr kumimoji="1" lang="en-US" altLang="zh-CN" dirty="0"/>
              <a:t>H2O</a:t>
            </a:r>
            <a:r>
              <a:rPr kumimoji="1" lang="zh-CN" altLang="en-US" dirty="0"/>
              <a:t>偏离</a:t>
            </a:r>
            <a:r>
              <a:rPr kumimoji="1" lang="en-US" altLang="zh-CN" dirty="0"/>
              <a:t>10%</a:t>
            </a:r>
            <a:r>
              <a:rPr kumimoji="1" lang="zh-CN" altLang="en-US" dirty="0"/>
              <a:t>反演</a:t>
            </a:r>
            <a:r>
              <a:rPr kumimoji="1" lang="en-US" altLang="zh-CN" dirty="0"/>
              <a:t>·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409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6B37B8-3D76-2B44-926C-790841B9C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温度偏离</a:t>
            </a:r>
            <a:r>
              <a:rPr kumimoji="1" lang="en-US" altLang="zh-CN" dirty="0"/>
              <a:t>1k</a:t>
            </a:r>
            <a:r>
              <a:rPr kumimoji="1" lang="zh-CN" altLang="en-US" dirty="0"/>
              <a:t>反演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E100863D-1DA1-EB41-8A78-7E747A145D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3896820" cy="435133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8054B56-9698-B947-ADAA-2ED47E6CC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1588" y="1690688"/>
            <a:ext cx="3896820" cy="106916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23C2DA4-3965-4640-A623-0E0807514F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951" y="2619632"/>
            <a:ext cx="4101539" cy="3286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954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D1BEA2-719A-7749-AB9F-A3DE72DF8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温度偏离</a:t>
            </a:r>
            <a:r>
              <a:rPr kumimoji="1" lang="en-US" altLang="zh-CN" dirty="0"/>
              <a:t>1k</a:t>
            </a:r>
            <a:r>
              <a:rPr kumimoji="1" lang="zh-CN" altLang="en-US" dirty="0"/>
              <a:t>反演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CA8B09A-4645-EB46-838E-A386EA0AAB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7572" y="1813269"/>
            <a:ext cx="5797591" cy="4351338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EF3DB9B-D8DD-A34D-8A10-C682E84EC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13269"/>
            <a:ext cx="5854700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517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FC57B2-29E6-694E-997F-CAE17C009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温度偏离</a:t>
            </a:r>
            <a:r>
              <a:rPr kumimoji="1" lang="en-US" altLang="zh-CN" dirty="0"/>
              <a:t>1k</a:t>
            </a:r>
            <a:r>
              <a:rPr kumimoji="1" lang="zh-CN" altLang="en-US" dirty="0"/>
              <a:t>反演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064BB34-7294-EF47-8FD4-071BA5E94C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5848" y="1505335"/>
            <a:ext cx="6145157" cy="5112271"/>
          </a:xfrm>
        </p:spPr>
      </p:pic>
    </p:spTree>
    <p:extLst>
      <p:ext uri="{BB962C8B-B14F-4D97-AF65-F5344CB8AC3E}">
        <p14:creationId xmlns:p14="http://schemas.microsoft.com/office/powerpoint/2010/main" val="3148699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55CEF1-8BAC-EE4C-9D9D-D3F61AFB7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温度偏离</a:t>
            </a:r>
            <a:r>
              <a:rPr kumimoji="1" lang="en-US" altLang="zh-CN" dirty="0"/>
              <a:t>1k</a:t>
            </a:r>
            <a:r>
              <a:rPr kumimoji="1" lang="zh-CN" altLang="en-US" dirty="0"/>
              <a:t>反演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C021BE4-EB26-B348-871D-889D124E39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5816" y="1825625"/>
            <a:ext cx="6700367" cy="4351338"/>
          </a:xfrm>
        </p:spPr>
      </p:pic>
    </p:spTree>
    <p:extLst>
      <p:ext uri="{BB962C8B-B14F-4D97-AF65-F5344CB8AC3E}">
        <p14:creationId xmlns:p14="http://schemas.microsoft.com/office/powerpoint/2010/main" val="3178510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9C25E1-7CCB-B34C-AD5D-0F6B33A48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温度偏离</a:t>
            </a:r>
            <a:r>
              <a:rPr kumimoji="1" lang="en-US" altLang="zh-CN" dirty="0"/>
              <a:t>1k</a:t>
            </a:r>
            <a:r>
              <a:rPr kumimoji="1" lang="zh-CN" altLang="en-US" dirty="0"/>
              <a:t>反演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97A90B3-5E18-4A48-882F-089FC9F9A5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1424" y="1825625"/>
            <a:ext cx="6949151" cy="4351338"/>
          </a:xfrm>
        </p:spPr>
      </p:pic>
    </p:spTree>
    <p:extLst>
      <p:ext uri="{BB962C8B-B14F-4D97-AF65-F5344CB8AC3E}">
        <p14:creationId xmlns:p14="http://schemas.microsoft.com/office/powerpoint/2010/main" val="2593409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9D9029-3753-0B4C-B744-3817161C0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温度偏离</a:t>
            </a:r>
            <a:r>
              <a:rPr kumimoji="1" lang="en-US" altLang="zh-CN" dirty="0"/>
              <a:t>1k</a:t>
            </a:r>
            <a:r>
              <a:rPr kumimoji="1" lang="zh-CN" altLang="en-US" dirty="0"/>
              <a:t>反演</a:t>
            </a:r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0F575A57-3EE6-E948-BD9F-A4C494BCAE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862" y="1837982"/>
            <a:ext cx="5663138" cy="4351338"/>
          </a:xfr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9D4D20A-A869-FB4B-8A9C-389E0DB50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39411"/>
            <a:ext cx="5527310" cy="414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373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A02DF1-B257-C142-AA0A-38FC1D893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温度偏离</a:t>
            </a:r>
            <a:r>
              <a:rPr kumimoji="1" lang="en-US" altLang="zh-CN" dirty="0"/>
              <a:t>1k</a:t>
            </a:r>
            <a:r>
              <a:rPr kumimoji="1" lang="zh-CN" altLang="en-US" dirty="0"/>
              <a:t>反演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8D5DEC0-4F67-394C-B2DC-84A4F77F85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409" y="1835687"/>
            <a:ext cx="5797591" cy="4351338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6E74960-06EA-C947-9835-597A87320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089" y="1835687"/>
            <a:ext cx="5854700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372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A5F8B1-C67E-3246-8B22-A8E48430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温度偏离</a:t>
            </a:r>
            <a:r>
              <a:rPr kumimoji="1" lang="en-US" altLang="zh-CN" dirty="0"/>
              <a:t>1k</a:t>
            </a:r>
            <a:r>
              <a:rPr kumimoji="1" lang="zh-CN" altLang="en-US" dirty="0"/>
              <a:t>反演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9243AE7-EAD3-3644-AFCE-DD451C6F09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3431" y="1862695"/>
            <a:ext cx="5797591" cy="4351338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57158C8-EB42-DB47-A2F7-E00AD53BC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477" y="1954362"/>
            <a:ext cx="5553322" cy="4168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772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400CFB-60D5-7C4B-8B5F-7738C57CC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温度偏离</a:t>
            </a:r>
            <a:r>
              <a:rPr kumimoji="1" lang="en-US" altLang="zh-CN" dirty="0"/>
              <a:t>1k</a:t>
            </a:r>
            <a:r>
              <a:rPr kumimoji="1" lang="zh-CN" altLang="en-US" dirty="0"/>
              <a:t>反演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CE91CD8-B988-004A-9C13-51C129F433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409" y="1850338"/>
            <a:ext cx="5797591" cy="4351338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A0FCAAF-B027-CA4C-93DD-191262130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925" y="1807476"/>
            <a:ext cx="5854700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351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2AB6DD-42C1-4A42-9288-C37756CF2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温度偏离</a:t>
            </a:r>
            <a:r>
              <a:rPr kumimoji="1" lang="en-US" altLang="zh-CN" dirty="0"/>
              <a:t>1k</a:t>
            </a:r>
            <a:r>
              <a:rPr kumimoji="1" lang="zh-CN" altLang="en-US" dirty="0"/>
              <a:t>反演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06F38CA-2D43-F047-A92E-250A8BF8BD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372" y="1813268"/>
            <a:ext cx="5797591" cy="4351338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646BF7A-BAED-814B-8D33-8192DE4DD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91837"/>
            <a:ext cx="5854700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976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5A616F-4578-DC4A-93FC-6D6DCBE35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温度偏离</a:t>
            </a:r>
            <a:r>
              <a:rPr kumimoji="1" lang="en-US" altLang="zh-CN" dirty="0"/>
              <a:t>1k</a:t>
            </a:r>
            <a:r>
              <a:rPr kumimoji="1" lang="zh-CN" altLang="en-US" dirty="0"/>
              <a:t>反演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13829FA-1D92-804A-8B26-581E61F59D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409" y="1788554"/>
            <a:ext cx="5797591" cy="4351338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30B1ECD-8D87-2942-94D2-C66C0B7EC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90688"/>
            <a:ext cx="5854700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0470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4122AC-A9DB-FD40-B99C-FA93C7B45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温度偏离</a:t>
            </a:r>
            <a:r>
              <a:rPr kumimoji="1" lang="en-US" altLang="zh-CN" dirty="0"/>
              <a:t>1k</a:t>
            </a:r>
            <a:r>
              <a:rPr kumimoji="1" lang="zh-CN" altLang="en-US" dirty="0"/>
              <a:t>反演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F2BD880-923C-A24D-867A-1D6EC0DA47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5429" y="1811338"/>
            <a:ext cx="5797591" cy="4351338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FE1220D-909F-B24D-A89D-B6E89F3BE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20" y="1690688"/>
            <a:ext cx="5854700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605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F092C6-3944-BE4E-B33B-E1E1370C2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温度偏离</a:t>
            </a:r>
            <a:r>
              <a:rPr kumimoji="1" lang="en-US" altLang="zh-CN" dirty="0"/>
              <a:t>1k</a:t>
            </a:r>
            <a:r>
              <a:rPr kumimoji="1" lang="zh-CN" altLang="en-US" dirty="0"/>
              <a:t>反演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AB5CC21-E710-6140-BE02-5BFFCEF4C6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555" y="1913111"/>
            <a:ext cx="5797591" cy="4351338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E4044EC-D90D-F44D-AEA1-0A6CF751A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300" y="1891680"/>
            <a:ext cx="5854700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1037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0207CB-7B39-FA4E-9853-8851133E5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温度偏离</a:t>
            </a:r>
            <a:r>
              <a:rPr kumimoji="1" lang="en-US" altLang="zh-CN" dirty="0"/>
              <a:t>1k</a:t>
            </a:r>
            <a:r>
              <a:rPr kumimoji="1" lang="zh-CN" altLang="en-US" dirty="0"/>
              <a:t>反演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12E479A-EEE6-FE4A-9221-942B3BC66F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94409" y="1825625"/>
            <a:ext cx="5797591" cy="4351338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A78E122-2280-F64C-8655-2A7D04770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807" y="1782763"/>
            <a:ext cx="5854700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8082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D745E6-06BB-DF4E-A347-622D2922D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温度偏离</a:t>
            </a:r>
            <a:r>
              <a:rPr kumimoji="1" lang="en-US" altLang="zh-CN" dirty="0"/>
              <a:t>1k</a:t>
            </a:r>
            <a:r>
              <a:rPr kumimoji="1" lang="zh-CN" altLang="en-US" dirty="0"/>
              <a:t>反演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4BD60CC-85AD-4A4E-B05F-739B4AB73D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409" y="1850339"/>
            <a:ext cx="5797591" cy="4351338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2F02EAB-C662-254E-8E72-B723B2E8C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300" y="1850339"/>
            <a:ext cx="5854700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177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D8E1B0-F7F2-DE43-A961-DC360E342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温度偏离</a:t>
            </a:r>
            <a:r>
              <a:rPr kumimoji="1" lang="en-US" altLang="zh-CN" dirty="0"/>
              <a:t>1k</a:t>
            </a:r>
            <a:r>
              <a:rPr kumimoji="1" lang="zh-CN" altLang="en-US" dirty="0"/>
              <a:t>反演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3AF97AA-92FA-4A47-A77C-13C1D1BDA9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528" y="1889919"/>
            <a:ext cx="5797591" cy="4351338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3B3E8F0-EE21-EF4F-92F6-F2D74CDAC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882" y="1889919"/>
            <a:ext cx="5854700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3788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941677-A24E-094F-A7AC-E9332A53C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温度偏离</a:t>
            </a:r>
            <a:r>
              <a:rPr kumimoji="1" lang="en-US" altLang="zh-CN" dirty="0"/>
              <a:t>1k</a:t>
            </a:r>
            <a:r>
              <a:rPr kumimoji="1" lang="zh-CN" altLang="en-US" dirty="0"/>
              <a:t>反演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779FD2B-4359-D44D-A72C-BC7805C935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53109" y="1917700"/>
            <a:ext cx="5797591" cy="4351338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B14F7E3-3F55-3249-9EAA-06708573F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" y="1917700"/>
            <a:ext cx="5854700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9038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66F8DD-C2ED-C440-A532-6CCC8A07C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H2O</a:t>
            </a:r>
            <a:r>
              <a:rPr kumimoji="1" lang="zh-CN" altLang="en-US" dirty="0"/>
              <a:t>偏离</a:t>
            </a:r>
            <a:r>
              <a:rPr kumimoji="1" lang="en-US" altLang="zh-CN" dirty="0"/>
              <a:t>10%</a:t>
            </a:r>
            <a:r>
              <a:rPr kumimoji="1" lang="zh-CN" altLang="en-US" dirty="0"/>
              <a:t>反演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760AB67-6D29-E04D-990D-B49028184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63336"/>
            <a:ext cx="4464565" cy="90844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75BC372-1CE8-6F41-A9B0-82C96BFA1B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871778"/>
            <a:ext cx="4464565" cy="3496062"/>
          </a:xfrm>
          <a:prstGeom prst="rect">
            <a:avLst/>
          </a:prstGeom>
        </p:spPr>
      </p:pic>
      <p:sp>
        <p:nvSpPr>
          <p:cNvPr id="8" name="内容占位符 7">
            <a:extLst>
              <a:ext uri="{FF2B5EF4-FFF2-40B4-BE49-F238E27FC236}">
                <a16:creationId xmlns:a16="http://schemas.microsoft.com/office/drawing/2014/main" id="{06B51C27-D041-3E40-8818-82F5E3B30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F2E72E6-C2BD-F049-BC7D-A3BEE35439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714908"/>
            <a:ext cx="4194737" cy="4572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582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0AA2DC-A548-B94E-976F-D9F29C182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H2O</a:t>
            </a:r>
            <a:r>
              <a:rPr kumimoji="1" lang="zh-CN" altLang="en-US" dirty="0"/>
              <a:t>偏离</a:t>
            </a:r>
            <a:r>
              <a:rPr kumimoji="1" lang="en-US" altLang="zh-CN" dirty="0"/>
              <a:t>10%</a:t>
            </a:r>
            <a:r>
              <a:rPr kumimoji="1" lang="zh-CN" altLang="en-US" dirty="0"/>
              <a:t>反演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08FAE9D-FD59-A140-9F38-2D1EA2F624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798" y="1800911"/>
            <a:ext cx="5797591" cy="4351338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7E175B4-799B-5B4A-BF5C-B074F913E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2423" y="1745306"/>
            <a:ext cx="5854700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4547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2402AD-4C70-0240-8D03-550D58668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H2O</a:t>
            </a:r>
            <a:r>
              <a:rPr kumimoji="1" lang="zh-CN" altLang="en-US" dirty="0"/>
              <a:t>偏离</a:t>
            </a:r>
            <a:r>
              <a:rPr kumimoji="1" lang="en-US" altLang="zh-CN" dirty="0"/>
              <a:t>10%</a:t>
            </a:r>
            <a:r>
              <a:rPr kumimoji="1" lang="zh-CN" altLang="en-US" dirty="0"/>
              <a:t>反演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0CB8C5F-080C-2942-B29B-08BBCC8C7D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8262" y="1468266"/>
            <a:ext cx="6096116" cy="4673324"/>
          </a:xfrm>
        </p:spPr>
      </p:pic>
    </p:spTree>
    <p:extLst>
      <p:ext uri="{BB962C8B-B14F-4D97-AF65-F5344CB8AC3E}">
        <p14:creationId xmlns:p14="http://schemas.microsoft.com/office/powerpoint/2010/main" val="41405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81939E-6CAB-5840-AE9F-910480283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H2O</a:t>
            </a:r>
            <a:r>
              <a:rPr kumimoji="1" lang="zh-CN" altLang="en-US" dirty="0"/>
              <a:t>偏离</a:t>
            </a:r>
            <a:r>
              <a:rPr kumimoji="1" lang="en-US" altLang="zh-CN" dirty="0"/>
              <a:t>10%</a:t>
            </a:r>
            <a:r>
              <a:rPr kumimoji="1" lang="zh-CN" altLang="en-US" dirty="0"/>
              <a:t>反演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2380FD5-DF0A-D04D-B8FE-68C12F51B9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6095" y="1690688"/>
            <a:ext cx="7679947" cy="4884272"/>
          </a:xfrm>
        </p:spPr>
      </p:pic>
    </p:spTree>
    <p:extLst>
      <p:ext uri="{BB962C8B-B14F-4D97-AF65-F5344CB8AC3E}">
        <p14:creationId xmlns:p14="http://schemas.microsoft.com/office/powerpoint/2010/main" val="36105295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A9ABF0-38C1-AC43-A711-1958ADDB0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H2O</a:t>
            </a:r>
            <a:r>
              <a:rPr kumimoji="1" lang="zh-CN" altLang="en-US" dirty="0"/>
              <a:t>偏离</a:t>
            </a:r>
            <a:r>
              <a:rPr kumimoji="1" lang="en-US" altLang="zh-CN" dirty="0"/>
              <a:t>10%</a:t>
            </a:r>
            <a:r>
              <a:rPr kumimoji="1" lang="zh-CN" altLang="en-US" dirty="0"/>
              <a:t>反演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F85ED4B-AF97-E54E-9C84-B7F2783210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1930" y="1690688"/>
            <a:ext cx="7248139" cy="4854158"/>
          </a:xfrm>
        </p:spPr>
      </p:pic>
    </p:spTree>
    <p:extLst>
      <p:ext uri="{BB962C8B-B14F-4D97-AF65-F5344CB8AC3E}">
        <p14:creationId xmlns:p14="http://schemas.microsoft.com/office/powerpoint/2010/main" val="9219036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90E1A8-CBD7-224C-AB76-E1D7B944A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H2O</a:t>
            </a:r>
            <a:r>
              <a:rPr kumimoji="1" lang="zh-CN" altLang="en-US" dirty="0"/>
              <a:t>偏离</a:t>
            </a:r>
            <a:r>
              <a:rPr kumimoji="1" lang="en-US" altLang="zh-CN" dirty="0"/>
              <a:t>10%</a:t>
            </a:r>
            <a:r>
              <a:rPr kumimoji="1" lang="zh-CN" altLang="en-US" dirty="0"/>
              <a:t>反演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08BC359-BB11-4C4C-8A90-81957C8D8C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690688"/>
            <a:ext cx="6303442" cy="4351338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60E5971-403B-754C-ACD5-5278E6AA38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8881" y="1647826"/>
            <a:ext cx="5854700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4828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BA4C81-9583-AE44-A9C9-E4427F43E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H2O</a:t>
            </a:r>
            <a:r>
              <a:rPr kumimoji="1" lang="zh-CN" altLang="en-US" dirty="0"/>
              <a:t>偏离</a:t>
            </a:r>
            <a:r>
              <a:rPr kumimoji="1" lang="en-US" altLang="zh-CN" dirty="0"/>
              <a:t>10%</a:t>
            </a:r>
            <a:r>
              <a:rPr kumimoji="1" lang="zh-CN" altLang="en-US" dirty="0"/>
              <a:t>反演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BA69921-A262-D442-BF13-F1BACE36B9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386" y="1816550"/>
            <a:ext cx="5797591" cy="4351338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1855B62-42E6-A94D-8B90-E3F4AF4E3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483" y="1816550"/>
            <a:ext cx="5854700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0798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7E929D-384A-A34D-BE88-3861BB17F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H2O</a:t>
            </a:r>
            <a:r>
              <a:rPr kumimoji="1" lang="zh-CN" altLang="en-US" dirty="0"/>
              <a:t>偏离</a:t>
            </a:r>
            <a:r>
              <a:rPr kumimoji="1" lang="en-US" altLang="zh-CN" dirty="0"/>
              <a:t>10%</a:t>
            </a:r>
            <a:r>
              <a:rPr kumimoji="1" lang="zh-CN" altLang="en-US" dirty="0"/>
              <a:t>反演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28CF8C5-909B-A745-8D6C-172BF0634E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415" y="1690688"/>
            <a:ext cx="5797591" cy="4351338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D6A2573-610D-9F43-B2D9-715176DFF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47826"/>
            <a:ext cx="5854700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9383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E2DECF-BE2B-D94C-9FF8-61003F417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H2O</a:t>
            </a:r>
            <a:r>
              <a:rPr kumimoji="1" lang="zh-CN" altLang="en-US" dirty="0"/>
              <a:t>偏离</a:t>
            </a:r>
            <a:r>
              <a:rPr kumimoji="1" lang="en-US" altLang="zh-CN" dirty="0"/>
              <a:t>10%</a:t>
            </a:r>
            <a:r>
              <a:rPr kumimoji="1" lang="zh-CN" altLang="en-US" dirty="0"/>
              <a:t>反演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3B85D9D-DDB0-A845-A632-A79E295D6E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409" y="1813268"/>
            <a:ext cx="5797591" cy="4351338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F0CEC39-307C-6149-AF96-6E7D4FF6BB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300" y="1813268"/>
            <a:ext cx="5854700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2580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2DA982-2AF4-3F43-A490-496B759CE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H2O</a:t>
            </a:r>
            <a:r>
              <a:rPr kumimoji="1" lang="zh-CN" altLang="en-US" dirty="0"/>
              <a:t>偏离</a:t>
            </a:r>
            <a:r>
              <a:rPr kumimoji="1" lang="en-US" altLang="zh-CN" dirty="0"/>
              <a:t>10%</a:t>
            </a:r>
            <a:r>
              <a:rPr kumimoji="1" lang="zh-CN" altLang="en-US" dirty="0"/>
              <a:t>反演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752A0E5-2B6A-B246-8F9E-5441E2F0A2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756" y="1848043"/>
            <a:ext cx="5797591" cy="4351338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2B07192-8D12-9249-95D8-A9299C9DB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347" y="1805181"/>
            <a:ext cx="5854700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566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60E48-C9D3-F54C-B98B-83512BA05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H2O</a:t>
            </a:r>
            <a:r>
              <a:rPr kumimoji="1" lang="zh-CN" altLang="en-US" dirty="0"/>
              <a:t>偏离</a:t>
            </a:r>
            <a:r>
              <a:rPr kumimoji="1" lang="en-US" altLang="zh-CN" dirty="0"/>
              <a:t>10%</a:t>
            </a:r>
            <a:r>
              <a:rPr kumimoji="1" lang="zh-CN" altLang="en-US" dirty="0"/>
              <a:t>反演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8087B9F-E260-FA4E-96E2-AA652B949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409" y="1850339"/>
            <a:ext cx="5797591" cy="4351338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64774DF-01A7-624C-96F3-63FAA7CBF2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8891" y="1850339"/>
            <a:ext cx="5854700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0298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497D70-A54A-7B4C-A7D7-0EC57F646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H2O</a:t>
            </a:r>
            <a:r>
              <a:rPr kumimoji="1" lang="zh-CN" altLang="en-US" dirty="0"/>
              <a:t>偏离</a:t>
            </a:r>
            <a:r>
              <a:rPr kumimoji="1" lang="en-US" altLang="zh-CN" dirty="0"/>
              <a:t>10%</a:t>
            </a:r>
            <a:r>
              <a:rPr kumimoji="1" lang="zh-CN" altLang="en-US" dirty="0"/>
              <a:t>反演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359C5EC-4C30-3A46-B4D4-24B1FA37E1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512" y="1850339"/>
            <a:ext cx="5797591" cy="4351338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7919C76-393F-3C47-B41B-84E0D6A41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7279" y="1828908"/>
            <a:ext cx="5854700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4029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09AAFF-DF95-9642-8368-5362C5EFC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H2O</a:t>
            </a:r>
            <a:r>
              <a:rPr kumimoji="1" lang="zh-CN" altLang="en-US" dirty="0"/>
              <a:t>偏离</a:t>
            </a:r>
            <a:r>
              <a:rPr kumimoji="1" lang="en-US" altLang="zh-CN" dirty="0"/>
              <a:t>10%</a:t>
            </a:r>
            <a:r>
              <a:rPr kumimoji="1" lang="zh-CN" altLang="en-US" dirty="0"/>
              <a:t>反演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1A93669-11AC-7E45-827A-9A088E67F7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409" y="1825625"/>
            <a:ext cx="5797591" cy="4351338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3E8D856-DB22-2946-B03A-86979128C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25625"/>
            <a:ext cx="5854700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4643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EAB3E2-C058-7D48-907E-EA17E1CA6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H2O</a:t>
            </a:r>
            <a:r>
              <a:rPr kumimoji="1" lang="zh-CN" altLang="en-US" dirty="0"/>
              <a:t>偏离</a:t>
            </a:r>
            <a:r>
              <a:rPr kumimoji="1" lang="en-US" altLang="zh-CN" dirty="0"/>
              <a:t>10%</a:t>
            </a:r>
            <a:r>
              <a:rPr kumimoji="1" lang="zh-CN" altLang="en-US" dirty="0"/>
              <a:t>反演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FB41B06-16CA-234D-85BF-04D44403A1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1663679"/>
            <a:ext cx="5797591" cy="4351338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6875FC4-319D-9B49-91FC-CA773B2F5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958" y="1610369"/>
            <a:ext cx="5854700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0555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408C1F-3FEA-D84C-85BA-CFDE94948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H2O</a:t>
            </a:r>
            <a:r>
              <a:rPr kumimoji="1" lang="zh-CN" altLang="en-US" dirty="0"/>
              <a:t>偏离</a:t>
            </a:r>
            <a:r>
              <a:rPr kumimoji="1" lang="en-US" altLang="zh-CN" dirty="0"/>
              <a:t>10%</a:t>
            </a:r>
            <a:r>
              <a:rPr kumimoji="1" lang="zh-CN" altLang="en-US" dirty="0"/>
              <a:t>反演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D3D8C50-6AF3-164D-BA14-9E25DD3F02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409" y="1887409"/>
            <a:ext cx="5797591" cy="4351338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0611E97-32A0-9B46-A33B-C693F24F9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300" y="1887409"/>
            <a:ext cx="5854700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5048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B3211B-6EFC-B042-B1B7-42CAD4A60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H2O</a:t>
            </a:r>
            <a:r>
              <a:rPr kumimoji="1" lang="zh-CN" altLang="en-US" dirty="0"/>
              <a:t>偏离</a:t>
            </a:r>
            <a:r>
              <a:rPr kumimoji="1" lang="en-US" altLang="zh-CN" dirty="0"/>
              <a:t>10%</a:t>
            </a:r>
            <a:r>
              <a:rPr kumimoji="1" lang="zh-CN" altLang="en-US" dirty="0"/>
              <a:t>反演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4C005B5-9452-634C-914E-ABB850431F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1758650"/>
            <a:ext cx="5797591" cy="4351338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4A7E5C8-FB9A-1246-8737-D1813EEFA2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15788"/>
            <a:ext cx="5854700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4596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4638E5-0645-D54C-A5E7-CD2285AB2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H2O</a:t>
            </a:r>
            <a:r>
              <a:rPr kumimoji="1" lang="zh-CN" altLang="en-US" dirty="0"/>
              <a:t>偏离</a:t>
            </a:r>
            <a:r>
              <a:rPr kumimoji="1" lang="en-US" altLang="zh-CN" dirty="0"/>
              <a:t>10%</a:t>
            </a:r>
            <a:r>
              <a:rPr kumimoji="1" lang="zh-CN" altLang="en-US" dirty="0"/>
              <a:t>反演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BB590F3-15C2-9C4C-8B3A-79C716A0AE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409" y="1924480"/>
            <a:ext cx="5797591" cy="4351338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80D99F4-3E99-2C46-891A-8C40C925D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300" y="1881618"/>
            <a:ext cx="5854700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662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216</Words>
  <Application>Microsoft Macintosh PowerPoint</Application>
  <PresentationFormat>宽屏</PresentationFormat>
  <Paragraphs>39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0" baseType="lpstr">
      <vt:lpstr>等线</vt:lpstr>
      <vt:lpstr>等线 Light</vt:lpstr>
      <vt:lpstr>Arial</vt:lpstr>
      <vt:lpstr>Office 主题​​</vt:lpstr>
      <vt:lpstr>工作汇报</vt:lpstr>
      <vt:lpstr>目录</vt:lpstr>
      <vt:lpstr>温度偏离1k反演</vt:lpstr>
      <vt:lpstr>温度偏离1k反演</vt:lpstr>
      <vt:lpstr>温度偏离1k反演</vt:lpstr>
      <vt:lpstr>温度偏离1k反演</vt:lpstr>
      <vt:lpstr>温度偏离1k反演</vt:lpstr>
      <vt:lpstr>温度偏离1k反演</vt:lpstr>
      <vt:lpstr>温度偏离1k反演</vt:lpstr>
      <vt:lpstr>温度偏离1k反演</vt:lpstr>
      <vt:lpstr>温度偏离1k反演</vt:lpstr>
      <vt:lpstr>温度偏离1k反演</vt:lpstr>
      <vt:lpstr>温度偏离1k反演</vt:lpstr>
      <vt:lpstr>温度偏离1k反演</vt:lpstr>
      <vt:lpstr>温度偏离1k反演</vt:lpstr>
      <vt:lpstr>温度偏离1k反演</vt:lpstr>
      <vt:lpstr>温度偏离1k反演</vt:lpstr>
      <vt:lpstr>温度偏离1k反演</vt:lpstr>
      <vt:lpstr>温度偏离1k反演</vt:lpstr>
      <vt:lpstr>H2O偏离10%反演</vt:lpstr>
      <vt:lpstr>H2O偏离10%反演</vt:lpstr>
      <vt:lpstr>H2O偏离10%反演</vt:lpstr>
      <vt:lpstr>H2O偏离10%反演</vt:lpstr>
      <vt:lpstr>H2O偏离10%反演</vt:lpstr>
      <vt:lpstr>H2O偏离10%反演</vt:lpstr>
      <vt:lpstr>H2O偏离10%反演</vt:lpstr>
      <vt:lpstr>H2O偏离10%反演</vt:lpstr>
      <vt:lpstr>H2O偏离10%反演</vt:lpstr>
      <vt:lpstr>H2O偏离10%反演</vt:lpstr>
      <vt:lpstr>H2O偏离10%反演</vt:lpstr>
      <vt:lpstr>H2O偏离10%反演</vt:lpstr>
      <vt:lpstr>H2O偏离10%反演</vt:lpstr>
      <vt:lpstr>H2O偏离10%反演</vt:lpstr>
      <vt:lpstr>H2O偏离10%反演</vt:lpstr>
      <vt:lpstr>H2O偏离10%反演</vt:lpstr>
      <vt:lpstr>H2O偏离10%反演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工作汇报</dc:title>
  <dc:creator>洒脱 悦</dc:creator>
  <cp:lastModifiedBy>洒脱 悦</cp:lastModifiedBy>
  <cp:revision>3</cp:revision>
  <dcterms:created xsi:type="dcterms:W3CDTF">2025-11-09T18:49:23Z</dcterms:created>
  <dcterms:modified xsi:type="dcterms:W3CDTF">2025-11-10T01:19:53Z</dcterms:modified>
</cp:coreProperties>
</file>